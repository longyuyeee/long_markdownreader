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2920" y="225360"/>
            <a:ext cx="9069480" cy="94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2920" y="132732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343080" indent="-343080" algn="ct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B83A7C-9927-412F-A47F-9AF0702154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2920" y="225360"/>
            <a:ext cx="9069480" cy="94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2920" y="132732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tIns="28440" rIns="0" bIns="0" anchor="t">
            <a:normAutofit fontScale="85000" lnSpcReduction="19999"/>
          </a:bodyPr>
          <a:lstStyle>
            <a:lvl1pPr marL="343080" indent="-343080" algn="l">
              <a:lnSpc>
                <a:spcPct val="93000"/>
              </a:lnSpc>
              <a:spcBef>
                <a:spcPts val="1426"/>
              </a:spcBef>
              <a:spcAft>
                <a:spcPts val="11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marL="343080" lvl="1" indent="-343080" algn="l">
              <a:lnSpc>
                <a:spcPct val="9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marL="343080" lvl="2" indent="-343080" algn="l">
              <a:lnSpc>
                <a:spcPct val="9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marL="343080" lvl="3" indent="-343080" algn="l">
              <a:lnSpc>
                <a:spcPct val="9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marL="343080" lvl="4" indent="-343080" algn="l">
              <a:lnSpc>
                <a:spcPct val="9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marL="343080" lvl="5" indent="-343080" algn="l">
              <a:lnSpc>
                <a:spcPct val="9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marL="343080" lvl="6" indent="-343080" algn="l">
              <a:lnSpc>
                <a:spcPct val="9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343080" indent="-343080" algn="l">
              <a:lnSpc>
                <a:spcPct val="93000"/>
              </a:lnSpc>
              <a:spcBef>
                <a:spcPts val="1426"/>
              </a:spcBef>
              <a:spcAft>
                <a:spcPts val="11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lvl="1" indent="-343080" algn="l">
              <a:lnSpc>
                <a:spcPct val="9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lvl="2" indent="-343080" algn="l">
              <a:lnSpc>
                <a:spcPct val="9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lvl="3" indent="-343080" algn="l">
              <a:lnSpc>
                <a:spcPct val="9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lvl="4" indent="-343080" algn="l">
              <a:lnSpc>
                <a:spcPct val="9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lvl="5" indent="-343080" algn="l">
              <a:lnSpc>
                <a:spcPct val="9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lvl="6" indent="-343080" algn="l">
              <a:lnSpc>
                <a:spcPct val="9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2920" y="5165280"/>
            <a:ext cx="2346120" cy="38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Noto Serif SC"/>
              </a:defRPr>
            </a:lvl1pPr>
          </a:lstStyle>
          <a:p>
            <a:pPr indent="0" algn="l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Noto Serif SC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8080" y="5165280"/>
            <a:ext cx="3193920" cy="38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Noto Serif SC"/>
              </a:defRPr>
            </a:lvl1pPr>
          </a:lstStyle>
          <a:p>
            <a:pPr indent="0" algn="ct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Noto Serif SC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720" y="5165280"/>
            <a:ext cx="2346480" cy="38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Noto Serif SC"/>
              </a:defRPr>
            </a:lvl1pPr>
          </a:lstStyle>
          <a:p>
            <a:pPr indent="0" algn="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fld id="{7B148C2A-6354-4564-91AA-4C1A6B04D45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Noto Serif SC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>
            <a:off x="914400" y="731880"/>
            <a:ext cx="10058400" cy="914400"/>
          </a:xfrm>
          <a:prstGeom prst="rect">
            <a:avLst/>
          </a:prstGeom>
          <a:solidFill>
            <a:srgbClr val="729FCF"/>
          </a:solidFill>
          <a:ln w="93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60840" rIns="90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LongEdit E2C legacy PPT fixture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914400" y="2011320"/>
            <a:ext cx="8229600" cy="2286000"/>
          </a:xfrm>
          <a:prstGeom prst="rect">
            <a:avLst/>
          </a:prstGeom>
          <a:solidFill>
            <a:srgbClr val="729FCF"/>
          </a:solidFill>
          <a:ln w="93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60840" rIns="90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Isolated conversion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 digest preservation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Modern package structural reread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LibreOffice/26.2.4.2$Windows_X86_64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/>
</cp:coreProperties>
</file>