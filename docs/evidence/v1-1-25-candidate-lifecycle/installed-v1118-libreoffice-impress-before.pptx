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886CF7-BBC7-4752-95F0-5E00C77339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LibreOffice Impress speaker note evidence.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Notes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LibreOffice image relationship evidence.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45FB83-0639-4993-B7B0-1AB2CD1029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D8660E-9C05-4E1E-B21D-A481A3A7FD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2EC563-1F91-4875-B397-D714D18B598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LibreOffice Impress Producer Fixture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Body 1"/>
          <p:cNvSpPr txBox="1"/>
          <p:nvPr/>
        </p:nvSpPr>
        <p:spPr>
          <a:xfrm>
            <a:off x="914400" y="1828800"/>
            <a:ext cx="6126480" cy="2103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Structured slide reading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Search and notes evidence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Read-only fidelity boundary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Basic shape"/>
          <p:cNvSpPr/>
          <p:nvPr/>
        </p:nvSpPr>
        <p:spPr>
          <a:xfrm>
            <a:off x="7772400" y="2011680"/>
            <a:ext cx="2194560" cy="1280160"/>
          </a:xfrm>
          <a:prstGeom prst="rect">
            <a:avLst/>
          </a:prstGeom>
          <a:solidFill>
            <a:srgbClr val="DBEAFE"/>
          </a:solidFill>
          <a:ln w="0">
            <a:solidFill>
              <a:srgbClr val="2563EB"/>
            </a:solidFill>
          </a:ln>
        </p:spPr>
        <p:txBody>
          <a:bodyPr lIns="0" tIns="0" rIns="0" bIns="0" anchor="t">
            <a:no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Basic shape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2"/>
          <p:cNvSpPr txBox="1"/>
          <p:nvPr/>
        </p:nvSpPr>
        <p:spPr>
          <a:xfrm>
            <a:off x="914400" y="548640"/>
            <a:ext cx="10332720" cy="731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Images and relationships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press producer image"/>
          <p:cNvPicPr/>
          <p:nvPr/>
        </p:nvPicPr>
        <p:blipFill>
          <a:blip r:embed="rId1"/>
          <a:stretch/>
        </p:blipFill>
        <p:spPr>
          <a:xfrm>
            <a:off x="2011680" y="1828800"/>
            <a:ext cx="8138160" cy="329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LongEdit C3A Audit</dc:creator>
  <dc:description/>
  <dc:language>zh-CN</dc:language>
  <cp:lastModifiedBy/>
  <cp:revision>0</cp:revision>
  <dc:subject/>
  <dc:title>LongEdit Impress C3A Producer Fixture</dc:title>
</cp:coreProperties>
</file>