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 [讲解时先听用户意见]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 [用户确认交付日期]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