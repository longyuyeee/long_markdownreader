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2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28CA9-632D-414C-8ADF-A18A64F8E30E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D15F5-973E-4DEA-9F29-CFFAD0CA9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5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speaker note evidence for slide one. [讲解时先听用户意见] [副本补充说明]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66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image relationship and notes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308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grouped shape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4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66207-F917-182F-999E-0ED4B8A1A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349B2D-EEED-A893-D8B2-EE2535EA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9062C-DC25-E638-FED1-C80272BD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89134-24DE-7235-6250-92DF6B8B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A11D5-03E7-88D0-B553-671697F0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50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A0971-7C22-4D90-91A7-877B24A3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3EBF4-1101-B19C-A437-75BDFB92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BFBAE-1D15-15D0-5D8B-2101C972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5970B-0ADC-A85C-80DB-CDC5EA3E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1D65B-0D45-56C9-A2DD-109A29DB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05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9D66C-434E-748E-B4A7-13C4414F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4F68A-4DD7-BE14-55F2-D50540021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37BDA-25DE-F7FA-D28D-E34AAEBE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36E3D-EE23-5D3E-7CB2-04CCB7B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AF78B3-C3B7-333F-87E0-1F4C3745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51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7234E-D2FC-089F-9578-F5FE9300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42827-4772-7421-E589-A80B54BC6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2A1433-4714-FC4D-E2F2-BFD373C09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3A736-938A-B5B7-FB4C-4A779971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C6D744-D8EC-BCD4-F74F-4C8D7AD5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25304-0290-7006-0B0E-1D487DC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4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37078-8CAF-511B-491B-EB670C5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90C479-9CD5-3121-8C35-2B30B90E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CFFE20-25A2-DD57-E5A2-F8C8E3291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E3F19-BF80-FB06-3AF0-2CA7668D8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16239-5926-9549-BA64-626DE40A6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705CC2-1595-F354-80DE-85291124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FDE784-84E0-AD9D-6170-DF59D052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9A93BE-86D5-2621-3D86-8093A21D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0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1AB5E-9EFD-28E1-7D55-7C0E1E7C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4FB0DA-F800-8B56-9C38-9BC1A0E3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B2EFA4-9ACB-2806-A956-DFCF946A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77E082-51F3-9E4C-415E-4E176317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99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C94EF-45DE-332F-5EFE-3D2FA0AD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64B580-2F86-5B51-803B-BA594578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7090A-BD94-129A-958D-15CC001D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6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74364-FAAE-E364-75B3-5A9C16EF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82432-31E6-F6E0-F2FE-C17C179B9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E48ED-80A4-92F1-3CA7-3A9828089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57E5A5-4E50-7C2C-9EEE-14CD848B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7696BD-98AC-BBEF-CD61-D67F5C61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736CF1-22B6-77A5-461E-6169F838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3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538A6-B042-0D42-3AE8-61E9EBD9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A420E6-629E-73F7-5D46-4E6D55C4B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3076F-F604-3AE4-FCFC-F500FF115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A5F17F-0372-F9DC-148A-7CB210A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CF467-EB94-25D0-1F24-8BAE04B9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48039-9A72-5F64-C055-0975EEC9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58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49AA4-66A8-A791-B629-C359D0CA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AEA188-1BC4-FD0E-48DF-3EFB61A3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29989-BC35-9B99-AAFB-103DFAA2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93522A-E0F9-A69D-F53F-7ABC042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E63D8-C659-ABA0-0795-3D9D0519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E046C2-5B47-96CA-43DE-DBA767AFF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19CA86-8787-2ABF-DF4D-0F0D030BD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C14C9-637C-FD03-A16C-7212E7C4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DC2FC-4D6B-9668-F784-77EAF8D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C70C8-0804-B99F-A39E-A7ABEA13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56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72345B-5457-61AC-2322-96C10BA5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4E8B45-B328-830B-2082-B09F7BA0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4E95F-60B4-4968-CD04-3BBE5F94D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E3AC6-D877-D85E-19E9-33736941F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0744-9ED0-63C3-17CF-0EE2E8D6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4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3A">
            <a:extLst>
              <a:ext uri="{FF2B5EF4-FFF2-40B4-BE49-F238E27FC236}">
                <a16:creationId xmlns:a16="http://schemas.microsoft.com/office/drawing/2014/main" id="{30B0519D-C7EA-9E87-FAC5-29D5E26486A8}"/>
              </a:ext>
            </a:extLst>
          </p:cNvPr>
          <p:cNvSpPr txBox="1"/>
          <p:nvPr/>
        </p:nvSpPr>
        <p:spPr>
          <a:xfrm>
            <a:off x="914400" y="711200"/>
            <a:ext cx="103632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/>
              <a:t>PowerPoint Producer Fixture [用户确认交付日期] [另存给同事]</a:t>
            </a:r>
            <a:endParaRPr lang="zh-CN" altLang="en-US" sz="3000" b="1"/>
          </a:p>
        </p:txBody>
      </p:sp>
      <p:sp>
        <p:nvSpPr>
          <p:cNvPr id="3" name="Body C3A">
            <a:extLst>
              <a:ext uri="{FF2B5EF4-FFF2-40B4-BE49-F238E27FC236}">
                <a16:creationId xmlns:a16="http://schemas.microsoft.com/office/drawing/2014/main" id="{91F9E6A1-D49B-F571-7AD0-005A90CC70E9}"/>
              </a:ext>
            </a:extLst>
          </p:cNvPr>
          <p:cNvSpPr txBox="1"/>
          <p:nvPr/>
        </p:nvSpPr>
        <p:spPr>
          <a:xfrm>
            <a:off x="965200" y="1905000"/>
            <a:ext cx="6350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900"/>
              <a:t>Structured slide reading</a:t>
            </a:r>
          </a:p>
          <a:p>
            <a:r>
              <a:rPr lang="en-US" altLang="zh-CN" sz="1900"/>
              <a:t>Search and object positioning</a:t>
            </a:r>
          </a:p>
          <a:p>
            <a:r>
              <a:rPr lang="en-US" altLang="zh-CN" sz="1900"/>
              <a:t>Read-only fidelity boundary</a:t>
            </a:r>
            <a:endParaRPr lang="zh-CN" altLang="en-US" sz="1900"/>
          </a:p>
        </p:txBody>
      </p:sp>
      <p:sp>
        <p:nvSpPr>
          <p:cNvPr id="4" name="Rounded rectangle evidence">
            <a:extLst>
              <a:ext uri="{FF2B5EF4-FFF2-40B4-BE49-F238E27FC236}">
                <a16:creationId xmlns:a16="http://schemas.microsoft.com/office/drawing/2014/main" id="{E6FBCD0C-7E5E-2CED-744A-2585558FD309}"/>
              </a:ext>
            </a:extLst>
          </p:cNvPr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Basic shape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mages">
            <a:extLst>
              <a:ext uri="{FF2B5EF4-FFF2-40B4-BE49-F238E27FC236}">
                <a16:creationId xmlns:a16="http://schemas.microsoft.com/office/drawing/2014/main" id="{F05D2AE6-CF70-81F6-9C9F-BD78E714D70A}"/>
              </a:ext>
            </a:extLst>
          </p:cNvPr>
          <p:cNvSpPr txBox="1"/>
          <p:nvPr/>
        </p:nvSpPr>
        <p:spPr>
          <a:xfrm>
            <a:off x="914400" y="571500"/>
            <a:ext cx="103632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/>
              <a:t>Images and relationships</a:t>
            </a:r>
            <a:endParaRPr lang="zh-CN" altLang="en-US" sz="2900"/>
          </a:p>
        </p:txBody>
      </p:sp>
      <p:pic>
        <p:nvPicPr>
          <p:cNvPr id="4" name="PowerPoint producer image" descr="PowerPoint C3A embedded image evidence">
            <a:extLst>
              <a:ext uri="{FF2B5EF4-FFF2-40B4-BE49-F238E27FC236}">
                <a16:creationId xmlns:a16="http://schemas.microsoft.com/office/drawing/2014/main" id="{85DC352D-B2F3-2BB7-E673-1D128532C4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4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Groups">
            <a:extLst>
              <a:ext uri="{FF2B5EF4-FFF2-40B4-BE49-F238E27FC236}">
                <a16:creationId xmlns:a16="http://schemas.microsoft.com/office/drawing/2014/main" id="{36793B3D-1E45-E881-2F60-CB5A976FA2FD}"/>
              </a:ext>
            </a:extLst>
          </p:cNvPr>
          <p:cNvSpPr txBox="1"/>
          <p:nvPr/>
        </p:nvSpPr>
        <p:spPr>
          <a:xfrm>
            <a:off x="914400" y="571500"/>
            <a:ext cx="10363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Grouped shapes and theme</a:t>
            </a:r>
            <a:endParaRPr lang="zh-CN" altLang="en-US"/>
          </a:p>
        </p:txBody>
      </p:sp>
      <p:grpSp>
        <p:nvGrpSpPr>
          <p:cNvPr id="5" name="C3A grouped shapes">
            <a:extLst>
              <a:ext uri="{FF2B5EF4-FFF2-40B4-BE49-F238E27FC236}">
                <a16:creationId xmlns:a16="http://schemas.microsoft.com/office/drawing/2014/main" id="{DC2ECE50-9178-C759-B461-4ABBABAEFA2B}"/>
              </a:ext>
            </a:extLst>
          </p:cNvPr>
          <p:cNvGrpSpPr/>
          <p:nvPr/>
        </p:nvGrpSpPr>
        <p:grpSpPr>
          <a:xfrm>
            <a:off x="2413000" y="2286000"/>
            <a:ext cx="5969000" cy="2032000"/>
            <a:chOff x="2413000" y="2286000"/>
            <a:chExt cx="5969000" cy="2032000"/>
          </a:xfrm>
        </p:grpSpPr>
        <p:sp>
          <p:nvSpPr>
            <p:cNvPr id="3" name="Group rectangle">
              <a:extLst>
                <a:ext uri="{FF2B5EF4-FFF2-40B4-BE49-F238E27FC236}">
                  <a16:creationId xmlns:a16="http://schemas.microsoft.com/office/drawing/2014/main" id="{E85F3A55-F1BE-D1D7-3EEF-F4FC4EF1AA9D}"/>
                </a:ext>
              </a:extLst>
            </p:cNvPr>
            <p:cNvSpPr/>
            <p:nvPr/>
          </p:nvSpPr>
          <p:spPr>
            <a:xfrm>
              <a:off x="2413000" y="2286000"/>
              <a:ext cx="2667000" cy="152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Rectangle</a:t>
              </a:r>
              <a:endParaRPr lang="zh-CN" altLang="en-US"/>
            </a:p>
          </p:txBody>
        </p:sp>
        <p:sp>
          <p:nvSpPr>
            <p:cNvPr id="4" name="Group oval">
              <a:extLst>
                <a:ext uri="{FF2B5EF4-FFF2-40B4-BE49-F238E27FC236}">
                  <a16:creationId xmlns:a16="http://schemas.microsoft.com/office/drawing/2014/main" id="{481B747F-9282-12E2-A122-7CF7FCF05928}"/>
                </a:ext>
              </a:extLst>
            </p:cNvPr>
            <p:cNvSpPr/>
            <p:nvPr/>
          </p:nvSpPr>
          <p:spPr>
            <a:xfrm>
              <a:off x="6350000" y="2286000"/>
              <a:ext cx="2032000" cy="203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Oval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044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自定义</PresentationFormat>
  <Paragraphs>15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PowerPoint C3A Producer Fixture</dc:title>
  <dc:creator>LongEdit C3A Audit</dc:creator>
  <cp:lastModifiedBy>LongEdit C3A Audit</cp:lastModifiedBy>
  <cp:revision>1</cp:revision>
  <dcterms:created xsi:type="dcterms:W3CDTF">2026-07-27T08:56:59Z</dcterms:created>
  <dcterms:modified xsi:type="dcterms:W3CDTF">2026-07-27T08:56:59Z</dcterms:modified>
</cp:coreProperties>
</file>