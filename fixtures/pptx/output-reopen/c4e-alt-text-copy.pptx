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speaker note evidence for slide one.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image relationship and notes evidence.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grouped object and table evidence.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C3D Title"/>
          <p:cNvSpPr txBox="1"/>
          <p:nvPr/>
        </p:nvSpPr>
        <p:spPr>
          <a:xfrm>
            <a:off x="914400" y="660400"/>
            <a:ext cx="103632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000" b="1"/>
              <a:t>WPS Presentation Producer Fixture</a:t>
            </a:r>
            <a:endParaRPr lang="en-US" altLang="en-US" sz="3000" b="1"/>
          </a:p>
        </p:txBody>
      </p:sp>
      <p:sp>
        <p:nvSpPr>
          <p:cNvPr id="3" name="WPS C3D Body"/>
          <p:cNvSpPr txBox="1"/>
          <p:nvPr/>
        </p:nvSpPr>
        <p:spPr>
          <a:xfrm>
            <a:off x="965200" y="1905000"/>
            <a:ext cx="6350000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/>
              <a:t>Structured slide reading</a:t>
            </a:r>
            <a:endParaRPr lang="en-US" altLang="en-US" sz="1900"/>
          </a:p>
          <a:p>
            <a:r>
              <a:rPr lang="en-US" altLang="en-US" sz="1900"/>
              <a:t>Search and precise positioning</a:t>
            </a:r>
            <a:endParaRPr lang="en-US" altLang="en-US" sz="1900"/>
          </a:p>
          <a:p>
            <a:r>
              <a:rPr lang="en-US" altLang="en-US" sz="1900"/>
              <a:t>Read-only compatibility boundary</a:t>
            </a:r>
            <a:endParaRPr lang="en-US" altLang="en-US" sz="1900"/>
          </a:p>
        </p:txBody>
      </p:sp>
      <p:sp>
        <p:nvSpPr>
          <p:cNvPr id="4" name="WPS rounded rectangle"/>
          <p:cNvSpPr/>
          <p:nvPr/>
        </p:nvSpPr>
        <p:spPr>
          <a:xfrm>
            <a:off x="8255000" y="2159000"/>
            <a:ext cx="2413000" cy="1397000"/>
          </a:xfrm>
          <a:prstGeom prst="roundRect">
            <a:avLst/>
          </a:prstGeom>
          <a:solidFill>
            <a:srgbClr val="809BA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WPS shape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Image Title"/>
          <p:cNvSpPr txBox="1"/>
          <p:nvPr/>
        </p:nvSpPr>
        <p:spPr>
          <a:xfrm>
            <a:off x="914400" y="571500"/>
            <a:ext cx="10363200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900"/>
              <a:t>WPS images and relationships</a:t>
            </a:r>
            <a:endParaRPr lang="en-US" altLang="en-US" sz="2900"/>
          </a:p>
        </p:txBody>
      </p:sp>
      <p:pic>
        <p:nvPicPr>
          <p:cNvPr id="3" name="WPS producer image" descr="LongEdit C4E WPS accessible pi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1841500"/>
            <a:ext cx="9017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Object Title"/>
          <p:cNvSpPr txBox="1"/>
          <p:nvPr/>
        </p:nvSpPr>
        <p:spPr>
          <a:xfrm>
            <a:off x="914400" y="533400"/>
            <a:ext cx="10363200" cy="825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WPS grouped shapes, connector and table</a:t>
            </a:r>
            <a:endParaRPr lang="en-US" altLang="en-US"/>
          </a:p>
        </p:txBody>
      </p:sp>
      <p:grpSp>
        <p:nvGrpSpPr>
          <p:cNvPr id="5" name="WPS grouped shapes"/>
          <p:cNvGrpSpPr/>
          <p:nvPr/>
        </p:nvGrpSpPr>
        <p:grpSpPr>
          <a:xfrm>
            <a:off x="1524000" y="1778000"/>
            <a:ext cx="4762500" cy="1651000"/>
            <a:chOff x="2400" y="2800"/>
            <a:chExt cx="7500" cy="2600"/>
          </a:xfrm>
        </p:grpSpPr>
        <p:sp>
          <p:nvSpPr>
            <p:cNvPr id="3" name="WPS group rectangle"/>
            <p:cNvSpPr/>
            <p:nvPr/>
          </p:nvSpPr>
          <p:spPr>
            <a:xfrm>
              <a:off x="2400" y="3000"/>
              <a:ext cx="3600" cy="200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Rectangle</a:t>
              </a:r>
              <a:endParaRPr lang="en-US" altLang="en-US"/>
            </a:p>
          </p:txBody>
        </p:sp>
        <p:sp>
          <p:nvSpPr>
            <p:cNvPr id="4" name="WPS group oval"/>
            <p:cNvSpPr/>
            <p:nvPr/>
          </p:nvSpPr>
          <p:spPr>
            <a:xfrm>
              <a:off x="7300" y="2800"/>
              <a:ext cx="2600" cy="2600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Oval</a:t>
              </a:r>
              <a:endParaRPr lang="en-US" altLang="en-US"/>
            </a:p>
          </p:txBody>
        </p:sp>
      </p:grpSp>
      <p:cxnSp>
        <p:nvCxnSpPr>
          <p:cNvPr id="6" name="WPS connector"/>
          <p:cNvCxnSpPr/>
          <p:nvPr/>
        </p:nvCxnSpPr>
        <p:spPr>
          <a:xfrm>
            <a:off x="6477000" y="2603500"/>
            <a:ext cx="1524000" cy="63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WPS capability table"/>
          <p:cNvGraphicFramePr/>
          <p:nvPr/>
        </p:nvGraphicFramePr>
        <p:xfrm>
          <a:off x="8064500" y="1778000"/>
          <a:ext cx="31115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750"/>
                <a:gridCol w="1555750"/>
              </a:tblGrid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Object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Status</a:t>
                      </a:r>
                      <a:endParaRPr lang="en-US" altLang="en-US"/>
                    </a:p>
                  </a:txBody>
                  <a:tcPr/>
                </a:tc>
              </a:tr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Table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Visible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WPS 演示</Application>
  <PresentationFormat>宽屏</PresentationFormat>
  <Paragraphs>24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LongEdit WPS Presentation C3D Fixture</dc:title>
  <dc:creator>LongEdit C3D Audit</dc:creator>
  <cp:lastModifiedBy>LongEdit C3D Audit</cp:lastModifiedBy>
  <cp:revision>157</cp:revision>
  <dcterms:created xsi:type="dcterms:W3CDTF">2019-06-19T02:08:00Z</dcterms:created>
  <dcterms:modified xsi:type="dcterms:W3CDTF">2026-07-27T13:41:54Z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D1C6D769EDFE454688CE84E8EDEFB542_11</vt:lpwstr>
  </property>
</Properties>
</file>