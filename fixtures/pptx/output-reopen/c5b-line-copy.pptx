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  <p:sp>
        <p:nvSpPr>
          <p:cNvPr id="5" name="LongEdit Line 5"/>
          <p:cNvSpPr/>
          <p:nvPr/>
        </p:nvSpPr>
        <p:spPr>
          <a:xfrm>
            <a:off x="914400" y="914400"/>
            <a:ext cx="2743200" cy="1371600"/>
          </a:xfrm>
          <a:prstGeom prst="line">
            <a:avLst/>
          </a:prstGeom>
          <a:noFill/>
          <a:ln w="25400">
            <a:solidFill>
              <a:srgbClr val="2255AA"/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