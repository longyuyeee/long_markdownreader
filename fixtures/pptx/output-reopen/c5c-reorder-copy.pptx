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5"/>
    <p:sldId id="256" r:id="rId3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