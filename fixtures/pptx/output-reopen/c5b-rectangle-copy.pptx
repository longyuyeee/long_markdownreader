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  <p:sp>
        <p:nvSpPr>
          <p:cNvPr id="5" name="LongEdit Rectangle 5"/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rgbClr val="DDEEFF"/>
          </a:solidFill>
          <a:ln w="25400">
            <a:solidFill>
              <a:srgbClr val="2255AA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